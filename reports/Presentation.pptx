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Bluestock Mutual Fund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Capstone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ETL</a:t>
            </a:r>
          </a:p>
          <a:p>
            <a:pPr>
              <a:defRPr sz="2200"/>
            </a:pPr>
            <a:r>
              <a:t>Data Cleaning</a:t>
            </a:r>
          </a:p>
          <a:p>
            <a:pPr>
              <a:defRPr sz="2200"/>
            </a:pPr>
            <a:r>
              <a:t>EDA</a:t>
            </a:r>
          </a:p>
          <a:p>
            <a:pPr>
              <a:defRPr sz="2200"/>
            </a:pPr>
            <a:r>
              <a:t>Performance Analytics</a:t>
            </a:r>
          </a:p>
          <a:p>
            <a:pPr>
              <a:defRPr sz="2200"/>
            </a:pPr>
            <a:r>
              <a:t>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Python</a:t>
            </a:r>
          </a:p>
          <a:p>
            <a:pPr>
              <a:defRPr sz="2200"/>
            </a:pPr>
            <a:r>
              <a:t>Pandas</a:t>
            </a:r>
          </a:p>
          <a:p>
            <a:pPr>
              <a:defRPr sz="2200"/>
            </a:pPr>
            <a:r>
              <a:t>SQLite</a:t>
            </a:r>
          </a:p>
          <a:p>
            <a:pPr>
              <a:defRPr sz="2200"/>
            </a:pPr>
            <a:r>
              <a:t>SQLAlchemy</a:t>
            </a:r>
          </a:p>
          <a:p>
            <a:pPr>
              <a:defRPr sz="2200"/>
            </a:pPr>
            <a:r>
              <a:t>Power BI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10 Mutual Fund datasets covering NAV, transactions, AUM, holdings and benchmarks.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NAV Trends</a:t>
            </a:r>
          </a:p>
          <a:p>
            <a:pPr>
              <a:defRPr sz="2200"/>
            </a:pPr>
            <a:r>
              <a:t>SIP Trends</a:t>
            </a:r>
          </a:p>
          <a:p>
            <a:pPr>
              <a:defRPr sz="2200"/>
            </a:pPr>
            <a:r>
              <a:t>AUM Growth</a:t>
            </a:r>
          </a:p>
          <a:p>
            <a:pPr>
              <a:defRPr sz="2200"/>
            </a:pPr>
            <a:r>
              <a:t>Investor Analytics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Daily Returns</a:t>
            </a:r>
          </a:p>
          <a:p>
            <a:pPr>
              <a:defRPr sz="2200"/>
            </a:pPr>
            <a:r>
              <a:t>CAGR</a:t>
            </a:r>
          </a:p>
          <a:p>
            <a:pPr>
              <a:defRPr sz="2200"/>
            </a:pPr>
            <a:r>
              <a:t>Sharpe</a:t>
            </a:r>
          </a:p>
          <a:p>
            <a:pPr>
              <a:defRPr sz="2200"/>
            </a:pPr>
            <a:r>
              <a:t>Sortino</a:t>
            </a:r>
          </a:p>
          <a:p>
            <a:pPr>
              <a:defRPr sz="2200"/>
            </a:pPr>
            <a:r>
              <a:t>Alpha</a:t>
            </a:r>
          </a:p>
          <a:p>
            <a:pPr>
              <a:defRPr sz="2200"/>
            </a:pPr>
            <a:r>
              <a:t>Beta</a:t>
            </a:r>
          </a:p>
          <a:p>
            <a:pPr>
              <a:defRPr sz="2200"/>
            </a:pPr>
            <a:r>
              <a:t>Max Drawdown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VaR &amp; CVaR</a:t>
            </a:r>
          </a:p>
          <a:p>
            <a:pPr>
              <a:defRPr sz="2200"/>
            </a:pPr>
            <a:r>
              <a:t>Rolling Sharpe</a:t>
            </a:r>
          </a:p>
          <a:p>
            <a:pPr>
              <a:defRPr sz="2200"/>
            </a:pPr>
            <a:r>
              <a:t>Cohorts</a:t>
            </a:r>
          </a:p>
          <a:p>
            <a:pPr>
              <a:defRPr sz="2200"/>
            </a:pPr>
            <a:r>
              <a:t>SIP Continuity</a:t>
            </a:r>
          </a:p>
          <a:p>
            <a:pPr>
              <a:defRPr sz="2200"/>
            </a:pPr>
            <a:r>
              <a:t>HHI</a:t>
            </a:r>
          </a:p>
          <a:p>
            <a:pPr>
              <a:defRPr sz="2200"/>
            </a:pPr>
            <a:r>
              <a:t>Recommender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Industry Overview</a:t>
            </a:r>
          </a:p>
          <a:p>
            <a:pPr>
              <a:defRPr sz="2200"/>
            </a:pPr>
            <a:r>
              <a:t>Fund Performance</a:t>
            </a:r>
          </a:p>
          <a:p>
            <a:pPr>
              <a:defRPr sz="2200"/>
            </a:pPr>
            <a:r>
              <a:t>Investor Analytics</a:t>
            </a:r>
          </a:p>
          <a:p>
            <a:pPr>
              <a:defRPr sz="2200"/>
            </a:pPr>
            <a:r>
              <a:t>SIP &amp; Market Trends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• Stable large-cap funds</a:t>
            </a:r>
          </a:p>
          <a:p>
            <a:pPr>
              <a:defRPr sz="2200"/>
            </a:pPr>
            <a:r>
              <a:t>• Higher risk in small caps</a:t>
            </a:r>
          </a:p>
          <a:p>
            <a:pPr>
              <a:defRPr sz="2200"/>
            </a:pPr>
            <a:r>
              <a:t>• Newer cohorts invest more</a:t>
            </a:r>
          </a:p>
          <a:p>
            <a:pPr>
              <a:defRPr sz="2200"/>
            </a:pPr>
            <a:r>
              <a:t>• At-risk SIP investors identified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End-to-end analytics solution ready for business decision support.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